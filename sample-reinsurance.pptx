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Reinsurance in D365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treaty sits between the insurer and reinsurer. Profit commission depends on the treaty wording, not on a generic D365 default.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